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9334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92010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8470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6251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516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4488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227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77022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6651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5432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37699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63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35638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68546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7347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287191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8976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E00022D-22D5-49F2-8463-4817D959E22C}" type="datetimeFigureOut">
              <a:rPr lang="bg-BG" smtClean="0"/>
              <a:t>21.3.2026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bg-BG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97790B5-ED9F-4DC8-B839-09B404EB0EE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6217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Craft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github.com/DZPaspalov24/TestCraft/raw/335219bce20439d7eebeb800c43c9372349014b2/TestCraftCode/Screenshot%202026-03-21%20at%2015.41.2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026" y="1738803"/>
            <a:ext cx="4093830" cy="4069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61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TEAM</a:t>
            </a:r>
            <a:endParaRPr lang="bg-BG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292" y="2973260"/>
            <a:ext cx="1276528" cy="120031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29890" y="3388747"/>
            <a:ext cx="19881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Scrum trainer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Denis Paspalov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749" y="2973260"/>
            <a:ext cx="1286054" cy="119079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713859" y="3388747"/>
            <a:ext cx="25056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developer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Petar Kapralev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293" y="4861284"/>
            <a:ext cx="1276528" cy="120984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29890" y="5238789"/>
            <a:ext cx="2391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developer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Rostislav Ivanchev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8749" y="4861284"/>
            <a:ext cx="1286054" cy="120984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 flipH="1">
            <a:off x="6737693" y="5238789"/>
            <a:ext cx="22398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engineer Yanko Yanev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79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Stages of work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2360805" y="2545577"/>
            <a:ext cx="1435694" cy="5469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Oval 4"/>
          <p:cNvSpPr/>
          <p:nvPr/>
        </p:nvSpPr>
        <p:spPr>
          <a:xfrm>
            <a:off x="4236608" y="2544621"/>
            <a:ext cx="1435694" cy="5469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Oval 5"/>
          <p:cNvSpPr/>
          <p:nvPr/>
        </p:nvSpPr>
        <p:spPr>
          <a:xfrm>
            <a:off x="6106711" y="2544621"/>
            <a:ext cx="1435694" cy="5469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Oval 6"/>
          <p:cNvSpPr/>
          <p:nvPr/>
        </p:nvSpPr>
        <p:spPr>
          <a:xfrm>
            <a:off x="7972535" y="2543670"/>
            <a:ext cx="1435694" cy="5469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Right Arrow 7"/>
          <p:cNvSpPr/>
          <p:nvPr/>
        </p:nvSpPr>
        <p:spPr>
          <a:xfrm>
            <a:off x="3796499" y="2716492"/>
            <a:ext cx="465745" cy="2050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ight Arrow 8"/>
          <p:cNvSpPr/>
          <p:nvPr/>
        </p:nvSpPr>
        <p:spPr>
          <a:xfrm>
            <a:off x="5659484" y="2716492"/>
            <a:ext cx="465745" cy="2050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ight Arrow 9"/>
          <p:cNvSpPr/>
          <p:nvPr/>
        </p:nvSpPr>
        <p:spPr>
          <a:xfrm>
            <a:off x="7519614" y="2716492"/>
            <a:ext cx="465745" cy="2050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TextBox 10"/>
          <p:cNvSpPr txBox="1"/>
          <p:nvPr/>
        </p:nvSpPr>
        <p:spPr>
          <a:xfrm>
            <a:off x="2360805" y="2632469"/>
            <a:ext cx="143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Stage 1</a:t>
            </a:r>
            <a:endParaRPr lang="bg-BG" dirty="0"/>
          </a:p>
        </p:txBody>
      </p:sp>
      <p:sp>
        <p:nvSpPr>
          <p:cNvPr id="12" name="TextBox 11"/>
          <p:cNvSpPr txBox="1"/>
          <p:nvPr/>
        </p:nvSpPr>
        <p:spPr>
          <a:xfrm>
            <a:off x="4262245" y="2632469"/>
            <a:ext cx="1394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Stage 2</a:t>
            </a:r>
            <a:endParaRPr lang="bg-BG" dirty="0"/>
          </a:p>
        </p:txBody>
      </p:sp>
      <p:sp>
        <p:nvSpPr>
          <p:cNvPr id="13" name="TextBox 12"/>
          <p:cNvSpPr txBox="1"/>
          <p:nvPr/>
        </p:nvSpPr>
        <p:spPr>
          <a:xfrm>
            <a:off x="6125229" y="2632469"/>
            <a:ext cx="139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Stage 3</a:t>
            </a:r>
            <a:endParaRPr lang="bg-BG" dirty="0"/>
          </a:p>
        </p:txBody>
      </p:sp>
      <p:sp>
        <p:nvSpPr>
          <p:cNvPr id="14" name="TextBox 13"/>
          <p:cNvSpPr txBox="1"/>
          <p:nvPr/>
        </p:nvSpPr>
        <p:spPr>
          <a:xfrm>
            <a:off x="7972535" y="2632469"/>
            <a:ext cx="143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Stage 4</a:t>
            </a:r>
            <a:endParaRPr lang="bg-BG" dirty="0"/>
          </a:p>
        </p:txBody>
      </p:sp>
      <p:sp>
        <p:nvSpPr>
          <p:cNvPr id="15" name="TextBox 14"/>
          <p:cNvSpPr txBox="1"/>
          <p:nvPr/>
        </p:nvSpPr>
        <p:spPr>
          <a:xfrm>
            <a:off x="2481160" y="3367598"/>
            <a:ext cx="120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r>
              <a:rPr lang="en-US" dirty="0"/>
              <a:t>​</a:t>
            </a:r>
            <a:endParaRPr lang="bg-BG" dirty="0"/>
          </a:p>
        </p:txBody>
      </p:sp>
      <p:sp>
        <p:nvSpPr>
          <p:cNvPr id="16" name="TextBox 15"/>
          <p:cNvSpPr txBox="1"/>
          <p:nvPr/>
        </p:nvSpPr>
        <p:spPr>
          <a:xfrm>
            <a:off x="4204560" y="3367598"/>
            <a:ext cx="1467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2nd week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66532" y="3362349"/>
            <a:ext cx="137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week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06417" y="3366644"/>
            <a:ext cx="128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 week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27933" y="4012020"/>
            <a:ext cx="1901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assigned everyone's roles and began the project.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55023" y="4012020"/>
            <a:ext cx="17347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were almost done with the project and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began working on the documentation.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72832" y="4012019"/>
            <a:ext cx="16350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completed the project and finished the presentation.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04857" y="4012019"/>
            <a:ext cx="17529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started developing the main components of the project and made progress on the initial tasks.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591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Technologies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48" y="2353192"/>
            <a:ext cx="1762383" cy="17623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2" y="3747220"/>
            <a:ext cx="4781550" cy="2705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860" y="2162819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060" y="4064068"/>
            <a:ext cx="1825154" cy="20714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734" y="2404697"/>
            <a:ext cx="1758324" cy="16593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8097" y="4454505"/>
            <a:ext cx="1793708" cy="163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97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7192091" cy="19349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attention, </a:t>
            </a:r>
            <a:endParaRPr lang="en-US" sz="4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let's head to the site!</a:t>
            </a:r>
            <a:endParaRPr lang="bg-BG" sz="4000" dirty="0"/>
          </a:p>
        </p:txBody>
      </p:sp>
    </p:spTree>
    <p:extLst>
      <p:ext uri="{BB962C8B-B14F-4D97-AF65-F5344CB8AC3E}">
        <p14:creationId xmlns:p14="http://schemas.microsoft.com/office/powerpoint/2010/main" val="37152131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</TotalTime>
  <Words>107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Times New Roman</vt:lpstr>
      <vt:lpstr>Wingdings 3</vt:lpstr>
      <vt:lpstr>Ion Boardroom</vt:lpstr>
      <vt:lpstr>Test Craft</vt:lpstr>
      <vt:lpstr>OUR TEAM</vt:lpstr>
      <vt:lpstr>Stages of work</vt:lpstr>
      <vt:lpstr>Used Technologies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Craft</dc:title>
  <dc:creator>Deni</dc:creator>
  <cp:lastModifiedBy>Deni</cp:lastModifiedBy>
  <cp:revision>3</cp:revision>
  <dcterms:created xsi:type="dcterms:W3CDTF">2026-03-21T17:35:34Z</dcterms:created>
  <dcterms:modified xsi:type="dcterms:W3CDTF">2026-03-21T17:57:00Z</dcterms:modified>
</cp:coreProperties>
</file>